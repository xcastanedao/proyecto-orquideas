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D4E65-2A75-F78B-E5AF-617567931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98F9FE-38FC-ACE1-F1A8-6525B8923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DFB3F3-28C5-7F71-6248-57C0695F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006988-FE83-5A05-2585-A3FB1D26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194F93-9F22-FBA4-41A8-B1ED6F0B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66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FD2A1-328B-A8FC-F0A1-DEDEF125D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544D43-EE4A-0479-053B-EE610019B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104507-D21F-8BF0-37C7-50750687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EEBC0-74FE-220C-E158-9E90F6DF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2F0C70-2F05-86CB-D13E-E9412026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528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6E739-FA6E-A522-751A-FCA4CD41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129226-3635-9E3C-71BE-77F57E196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163DB4-3CEC-4F8A-F81F-A7A52075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7736C-8ADF-5CE4-31D7-C0CFB529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8C106A-31D3-226B-660B-EB3FDF61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4661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9F2CF0-D1D7-17DF-6904-7EC993A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9F3255-8B31-7333-7BE3-9E19641457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583FC9-6A62-665D-FAD0-5FEE7E8D9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C0EC42-BD62-DF31-6B52-8441F74E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5A7101-15F5-566B-FDA5-38411A3D9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F1BE78-6F68-188B-1178-A4995744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8968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FD6539-E77B-DFC3-0C00-63D6644D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BFB756-11E8-D660-6811-FE96DD154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81240F-4E50-A3E3-5C2D-E06E2B9E9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2F03C9-8240-C2A1-DF3B-E139C9770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C5F20C-B14B-4981-05EE-41BDEE951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9AD9A3B-29C0-8F43-272C-542A07BDE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A2C6F30-913F-67F3-CD5E-70BC8D53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3299AE-FC1A-A17B-16EA-6DAC67B7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9687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E1EEE-10D0-5619-4DD6-35D9F87FE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39998B-C7BA-61CC-F649-8192DD97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A77AB8-530F-96BB-B2D2-29FE22230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DAF975-CCB7-94FB-FD0D-5D681DAA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721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DDF388C-E7B1-C840-5BAA-FEDD900DF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8190446-251B-9315-689F-6E38961F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1D6CC5-974A-9E9C-382E-F4B97C308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181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4553D-2F9C-950B-3009-202AB8679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F3EBE5-ABA8-9CC0-AE8A-DF90806DC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9234CE-5A72-1167-5894-144F8D31A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0FFBCB-F20A-9695-F3DF-7D3D3E82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A79761-E53D-1D7A-C9E1-86B1653BD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09C059-18CD-DC36-9B2F-3EA6D078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821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8B1B4-24D0-7C9D-C1A0-C209150EF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835CA0-093E-0D2A-09C5-04534B7A7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C66531-A50A-1733-9152-45986790D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5D3C88-5627-5B73-D0ED-FA2C45D2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3B595A-86A2-FB07-567D-E6B0F2DD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DA1A83-8A4D-5FFF-3B53-947B1AE05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586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AC6DE-20DE-2DB5-60BD-DF4BB416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E3B9-E3A9-FB6A-5938-CC8EEAFFB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3A6D3C-C2AC-D538-DBB4-C70DB1085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DBB522-CD27-EB8E-DD7C-A400107F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CC5181-0247-0482-211E-8D41F34F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9866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E4DC2F-1E71-AC72-E942-C53049FF3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59D428-C7B9-F1BC-8BD3-896E2E994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19F24-BF85-7767-090E-FD28DCEF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149AD4-E9DF-A82C-7B9E-7C9E4599A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859BBB-EC36-589F-BF79-91ADFECB0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792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C2297C-7F28-CA52-0DD6-7BB3270D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77DA42-5D32-9D6D-9C2A-4049162FE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4695FD-6515-9458-0CDF-11DE3A9FF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FDF6FA-2F47-4E10-862E-DD04347F7502}" type="datetimeFigureOut">
              <a:rPr lang="es-CO" smtClean="0"/>
              <a:t>29/08/2025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82BCB7-AAFA-FA2F-9CC0-CBA3538C7F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E0072C-1194-927C-3F49-C4BB2AB85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A6F5E-8BEF-426F-9B13-0EB86A45A5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879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drive/folders/1S2whOOYy8lprE9X7PNPouyaonWAtXaM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257E91F-FEC3-6726-6BC4-A618D0728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013"/>
            <a:ext cx="8745170" cy="55919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3A0063-295D-5553-3A61-91F590110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081" y="2795976"/>
            <a:ext cx="3129915" cy="90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49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9934497-4080-8031-9A85-38F5B45F8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75"/>
            <a:ext cx="8668960" cy="56872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E0AEB4-1AF9-B82C-55B2-DA0A7B297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846" y="150675"/>
            <a:ext cx="2562583" cy="35819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15BB2B0-6982-6520-DB61-326CE72A7DBD}"/>
              </a:ext>
            </a:extLst>
          </p:cNvPr>
          <p:cNvSpPr txBox="1"/>
          <p:nvPr/>
        </p:nvSpPr>
        <p:spPr>
          <a:xfrm>
            <a:off x="8668960" y="4062334"/>
            <a:ext cx="33381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/>
              <a:t>Esta agrupación no corresponde a la agrupación que hay en las bases. Pero la consideramos para este gráfico porque es recomendado por SIVIGE </a:t>
            </a:r>
            <a:r>
              <a:rPr lang="es-CO" dirty="0">
                <a:hlinkClick r:id="rId4"/>
              </a:rPr>
              <a:t>(Ver aquí) </a:t>
            </a:r>
            <a:r>
              <a:rPr lang="es-CO" dirty="0"/>
              <a:t>y puede apoyar más a definir el rango de edad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370506E-E857-E746-509F-43EBEAD31BCB}"/>
              </a:ext>
            </a:extLst>
          </p:cNvPr>
          <p:cNvSpPr txBox="1"/>
          <p:nvPr/>
        </p:nvSpPr>
        <p:spPr>
          <a:xfrm>
            <a:off x="0" y="5837894"/>
            <a:ext cx="81246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Los grupos que hay en las bases son:</a:t>
            </a:r>
            <a:br>
              <a:rPr lang="es-CO" dirty="0"/>
            </a:br>
            <a:r>
              <a:rPr lang="es-ES" dirty="0"/>
              <a:t>0-4  5-9 10-14  15-17 18-19 20-24 25-29 30-34 35-39 40-44 45-49 50-54  55-59    60-64   65-69 70-74  75-79 80 y más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8772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AF73F-7558-5C24-805B-0160467D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48ADB98-DA71-48E8-691E-601E01EC7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21"/>
            <a:ext cx="12192000" cy="218045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B4FF19F-DE96-1622-9AD1-DF912D8B4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8654"/>
            <a:ext cx="12192000" cy="22406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95EB9D3-C16C-5215-FEA2-E24ADE99B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49345"/>
            <a:ext cx="12192000" cy="227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24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C49E-583F-D989-3BB9-7EC7DD2FE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0C3CDFB-C4DE-7A57-48C6-029CD4026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25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83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68</Words>
  <Application>Microsoft Office PowerPoint</Application>
  <PresentationFormat>Panorámica</PresentationFormat>
  <Paragraphs>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Ximena Castañeda Ochoa</dc:creator>
  <cp:lastModifiedBy>Ximena Castañeda Ochoa</cp:lastModifiedBy>
  <cp:revision>2</cp:revision>
  <dcterms:created xsi:type="dcterms:W3CDTF">2025-08-29T19:49:40Z</dcterms:created>
  <dcterms:modified xsi:type="dcterms:W3CDTF">2025-08-29T20:35:38Z</dcterms:modified>
</cp:coreProperties>
</file>